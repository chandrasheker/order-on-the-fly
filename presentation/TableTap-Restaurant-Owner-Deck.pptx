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97316"/>
                </a:solidFill>
              </a:defRPr>
            </a:pPr>
            <a:r>
              <a:t>TableTap</a:t>
            </a:r>
          </a:p>
          <a:p>
            <a:pPr>
              <a:spcBef>
                <a:spcPts val="1200"/>
              </a:spcBef>
              <a:defRPr sz="2800">
                <a:solidFill>
                  <a:srgbClr val="FFFFFF"/>
                </a:solidFill>
              </a:defRPr>
            </a:pPr>
            <a:r>
              <a:t>Smart QR Ordering for Restaurants</a:t>
            </a:r>
          </a:p>
          <a:p>
            <a:pPr>
              <a:spcBef>
                <a:spcPts val="2000"/>
              </a:spcBef>
              <a:defRPr sz="1800">
                <a:solidFill>
                  <a:srgbClr val="A1A1AA"/>
                </a:solidFill>
              </a:defRPr>
            </a:pPr>
            <a:r>
              <a:t>Scan · Order · Enjoy — less waiting, less waste, happier guests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Owner presentation · Demo: Varanasi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problem restaurants face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Before digital table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Guests wait for staff to take orders — slow during rush hour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Order mistakes from handwriting or miscommunication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No visibility on prep time — guests keep asking “where is my food?”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Remote misuse: anyone with a saved link could order from outside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Cash/UPI collection at the end slows table turnover</a:t>
            </a:r>
          </a:p>
        </p:txBody>
      </p:sp>
      <p:pic>
        <p:nvPicPr>
          <p:cNvPr id="4" name="Picture 3" descr="10-staff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389120" cy="9513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TableTap solution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One QR on each table — guests order from their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Customer scans QR → browses menu → places order instantly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Kitchen sees orders on a live staff dashboard with timers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Role-based staff: Cook, Server, Manager, Owner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PhonePe QR or offline payment — table unlocks after staff confirms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Spin wheel &amp; rewards while guests wait</a:t>
            </a:r>
          </a:p>
        </p:txBody>
      </p:sp>
      <p:pic>
        <p:nvPicPr>
          <p:cNvPr id="4" name="Picture 3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4206240" cy="9116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Customer experience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Simple flow — no app download, no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① Scan QR on the table (secure check-in)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② Browse menu by category — expand/collapse sections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③ Add items to cart and place order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④ Track order status &amp; countdown timer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⑤ Pay via PhonePe QR or alert staff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⑥ Spin the reward wheel while waiting</a:t>
            </a:r>
          </a:p>
        </p:txBody>
      </p:sp>
      <p:pic>
        <p:nvPicPr>
          <p:cNvPr id="4" name="Picture 3" descr="03-customer-menu-sc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4480560" cy="97113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Anti-misuse protection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Saved links cannot be used to order from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Staff opens the table when guests are seated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QR check-in verifies the guest is dining in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Ordering closes automatically when the table clears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Prevents fake remote orders and kitchen waste</a:t>
            </a:r>
          </a:p>
        </p:txBody>
      </p:sp>
      <p:pic>
        <p:nvPicPr>
          <p:cNvPr id="4" name="Picture 3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4114800" cy="8918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Staff dashboard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Real-time control for your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Active orders with prep timers &amp; overdue alerts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Sound alerts for new orders and customer help requests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Mark items preparing → ready → served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Mark out-of-stock items — customer is notified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Open/close table ordering with one tap</a:t>
            </a:r>
          </a:p>
        </p:txBody>
      </p:sp>
      <p:pic>
        <p:nvPicPr>
          <p:cNvPr id="4" name="Picture 3" descr="04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4864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Table ordering control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Servers enable ordering only for seated guests</a:t>
            </a:r>
          </a:p>
        </p:txBody>
      </p:sp>
      <p:pic>
        <p:nvPicPr>
          <p:cNvPr id="3" name="Picture 2" descr="05-table-ordering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04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Payments made simple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Pending vs completed — revenue only when paid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Customer taps Pay → PhonePe QR on screen (if configured)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Or alerts server for cash/UPI at the table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Staff marks bill as paid — table unlocks for new orders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Pending Payments tab vs Completed Orders tab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Revenue reports count only confirmed payments</a:t>
            </a:r>
          </a:p>
        </p:txBody>
      </p:sp>
      <p:pic>
        <p:nvPicPr>
          <p:cNvPr id="4" name="Picture 3" descr="06-pending-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3314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QR codes &amp; PhonePe setup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Owner/Manager admin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Print QR codes for every table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Upload PhonePe static QR image from computer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Configure max phones per table (session limit)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Open/close ordering per table</a:t>
            </a:r>
          </a:p>
        </p:txBody>
      </p:sp>
      <p:pic>
        <p:nvPicPr>
          <p:cNvPr id="4" name="Picture 3" descr="07-admin-qr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669280" cy="3543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Menu management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Update prices &amp; availability anytime</a:t>
            </a:r>
          </a:p>
        </p:txBody>
      </p:sp>
      <p:pic>
        <p:nvPicPr>
          <p:cNvPr id="3" name="Picture 2" descr="08-admi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674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Reports &amp; insights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Daily revenue and order analytics</a:t>
            </a:r>
          </a:p>
        </p:txBody>
      </p:sp>
      <p:pic>
        <p:nvPicPr>
          <p:cNvPr id="3" name="Picture 2" descr="09-admin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674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Role-based permissions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Right access for each team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Owner / Manager — full dashboard, menu, QR, reports, payments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Cook — prepare items, mark unavailable, view overdue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Server — serve items, collect payment, open tables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Platform admin — configure staff slots &amp; export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Benefits for restaurant owners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Why TableTap pays for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Faster service — </a:t>
            </a:r>
            <a:r>
              <a:rPr sz="1800">
                <a:solidFill>
                  <a:srgbClr val="FFFFFF"/>
                </a:solidFill>
              </a:rPr>
              <a:t>Guests order without waiting for 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Less error — </a:t>
            </a:r>
            <a:r>
              <a:rPr sz="1800">
                <a:solidFill>
                  <a:srgbClr val="FFFFFF"/>
                </a:solidFill>
              </a:rPr>
              <a:t>Digital orders go straight to the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Less waste — </a:t>
            </a:r>
            <a:r>
              <a:rPr sz="1800">
                <a:solidFill>
                  <a:srgbClr val="FFFFFF"/>
                </a:solidFill>
              </a:rPr>
              <a:t>Out-of-stock handling + remote order blocking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Higher turnover — </a:t>
            </a:r>
            <a:r>
              <a:rPr sz="1800">
                <a:solidFill>
                  <a:srgbClr val="FFFFFF"/>
                </a:solidFill>
              </a:rPr>
              <a:t>Quicker payments, faster table 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Happier guests — </a:t>
            </a:r>
            <a:r>
              <a:rPr sz="1800">
                <a:solidFill>
                  <a:srgbClr val="FFFFFF"/>
                </a:solidFill>
              </a:rPr>
              <a:t>Transparency, games &amp; rewards while waiting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34D399"/>
                </a:solidFill>
              </a:rPr>
              <a:t>✓  Full control — </a:t>
            </a:r>
            <a:r>
              <a:rPr sz="1800">
                <a:solidFill>
                  <a:srgbClr val="FFFFFF"/>
                </a:solidFill>
              </a:rPr>
              <a:t>You own the menu, staff, QR codes &amp;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TableTap · Smart Restaurant Ordering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Getting started</a:t>
            </a:r>
          </a:p>
          <a:p>
            <a:pPr>
              <a:spcBef>
                <a:spcPts val="800"/>
              </a:spcBef>
              <a:defRPr sz="1600">
                <a:solidFill>
                  <a:srgbClr val="A1A1AA"/>
                </a:solidFill>
              </a:defRPr>
            </a:pPr>
            <a:r>
              <a:t>Live in three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1. Set up your menu, staff accounts &amp; table QR codes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2. Print QR codes and place on each table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3. Train staff: open table → guests scan → kitchen serves → mark paid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Demo login: owner@varanasi.com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Customer demo: scan Table 1 QR or visit /order/varanasi/demo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Questions? Let's run a live demo at your restaurant.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97316"/>
                </a:solidFill>
              </a:defRPr>
            </a:pPr>
            <a:r>
              <a:t>TableTap — Scan · Order · Enjoy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