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97316"/>
                </a:solidFill>
              </a:defRPr>
            </a:pPr>
            <a:r>
              <a:t>TableTap</a:t>
            </a:r>
          </a:p>
          <a:p>
            <a:pPr>
              <a:spcBef>
                <a:spcPts val="1200"/>
              </a:spcBef>
              <a:defRPr sz="2800">
                <a:solidFill>
                  <a:srgbClr val="FFFFFF"/>
                </a:solidFill>
              </a:defRPr>
            </a:pPr>
            <a:r>
              <a:t>Complete Restaurant Operating System</a:t>
            </a:r>
          </a:p>
          <a:p>
            <a:pPr>
              <a:spcBef>
                <a:spcPts val="1800"/>
              </a:spcBef>
              <a:defRPr sz="1800">
                <a:solidFill>
                  <a:srgbClr val="A1A1AA"/>
                </a:solidFill>
              </a:defRPr>
            </a:pPr>
            <a:r>
              <a:t>QR dining · Kitchen · Payments · Takeaway · Swiggy/Zomato — one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The problem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Restaurants juggle too many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Guests wait to order — slow during rush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Kitchen runs on paper chits and shouting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Swiggy, Zomato, and dine-in use different workflows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Remote QR misuse wastes food and kitchen time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Owners lack real-time revenue visibility</a:t>
            </a:r>
          </a:p>
        </p:txBody>
      </p:sp>
      <p:pic>
        <p:nvPicPr>
          <p:cNvPr id="5" name="Picture 4" descr="10-staff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389120" cy="95131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The TableTap solution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One QR per table — full-service in one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Guest scans QR → orders from phone (no app download)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Kitchen sees all channels on one board (+ optional KDS)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Staff dashboard with timers, alerts, payments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Takeaway &amp; delivery without a second POS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Swiggy/Zomato orders flow in automatically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Owner controls menu, QR, reports, integrations</a:t>
            </a:r>
          </a:p>
        </p:txBody>
      </p:sp>
      <p:pic>
        <p:nvPicPr>
          <p:cNvPr id="5" name="Picture 4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34440"/>
            <a:ext cx="4206240" cy="9116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Customer journey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Secure check-in → order → pay → rewards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① Staff opens table when guests are seated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② Guest scans QR and completes check-in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③ Browse menu, add to cart, place order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④ Track prep countdown on phone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⑤ Pay via PhonePe QR or alert server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⑥ Spin reward wheel while waiting</a:t>
            </a:r>
          </a:p>
        </p:txBody>
      </p:sp>
      <p:pic>
        <p:nvPicPr>
          <p:cNvPr id="5" name="Picture 4" descr="03-customer-menu-sc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4480560" cy="97113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Anti-misuse protection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Saved links cannot order from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Table must be opened by staff before ordering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Rotating check-in + session limits per table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Table closes when guests leave or bill is paid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Prevents fake remote orders and kitchen waste</a:t>
            </a:r>
          </a:p>
        </p:txBody>
      </p:sp>
      <p:pic>
        <p:nvPicPr>
          <p:cNvPr id="5" name="Picture 4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80160"/>
            <a:ext cx="4114800" cy="8918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Staff dashboard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Live operations for every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Active orders with prep timers &amp; overdue alerts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Sound alerts for new orders and help requests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Mark preparing → ready → served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Open/close table ordering with one tap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Pending vs completed payments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Reprint thermal receipts (premium)</a:t>
            </a:r>
          </a:p>
        </p:txBody>
      </p:sp>
      <p:pic>
        <p:nvPicPr>
          <p:cNvPr id="5" name="Picture 4" descr="04-staff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51560"/>
            <a:ext cx="548640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Kitchen Display System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Premium module — station-routed tickets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Routes items to Hot Kitchen, Grill, Bar, Cold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Large-format UI designed for cooks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Same stream: dine-in, takeaway, Swiggy, Zomato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Optional auto-print kitchen chits (Bluetooth)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Mark ready → pushes status to aggregators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4572000" cy="109728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Enable: kds</a:t>
            </a:r>
          </a:p>
          <a:p>
            <a:pPr>
              <a:spcBef>
                <a:spcPts val="600"/>
              </a:spcBef>
              <a:defRPr sz="1100">
                <a:solidFill>
                  <a:srgbClr val="A1A1AA"/>
                </a:solidFill>
              </a:defRPr>
            </a:pPr>
            <a:r>
              <a:t>Super admin or CLI — no redeploy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743200"/>
            <a:ext cx="4572000" cy="109728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Route: /kitchen</a:t>
            </a:r>
          </a:p>
          <a:p>
            <a:pPr>
              <a:spcBef>
                <a:spcPts val="600"/>
              </a:spcBef>
              <a:defRPr sz="1100">
                <a:solidFill>
                  <a:srgbClr val="A1A1AA"/>
                </a:solidFill>
              </a:defRPr>
            </a:pPr>
            <a:r>
              <a:t>Cooks auto-redirect when enabled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Floor plan &amp; remote orders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Premium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029200" cy="137160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Floor plan (floor_plan)</a:t>
            </a:r>
          </a:p>
          <a:p>
            <a:pPr>
              <a:spcBef>
                <a:spcPts val="600"/>
              </a:spcBef>
              <a:defRPr sz="1100">
                <a:solidFill>
                  <a:srgbClr val="A1A1AA"/>
                </a:solidFill>
              </a:defRPr>
            </a:pPr>
            <a:r>
              <a:t>Visual table map, server assignment, live bill, seat timers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5029200" cy="137160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Remote orders (phone_orders)</a:t>
            </a:r>
          </a:p>
          <a:p>
            <a:pPr>
              <a:spcBef>
                <a:spcPts val="600"/>
              </a:spcBef>
              <a:defRPr sz="1100">
                <a:solidFill>
                  <a:srgbClr val="A1A1AA"/>
                </a:solidFill>
              </a:defRPr>
            </a:pPr>
            <a:r>
              <a:t>Walk-in, takeaway, delivery — one kitchen 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54880"/>
            <a:ext cx="5029200" cy="91440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Split bill (split_bill)</a:t>
            </a:r>
          </a:p>
          <a:p>
            <a:pPr>
              <a:spcBef>
                <a:spcPts val="600"/>
              </a:spcBef>
              <a:defRPr sz="1100">
                <a:solidFill>
                  <a:srgbClr val="A1A1AA"/>
                </a:solidFill>
              </a:defRPr>
            </a:pPr>
            <a:r>
              <a:t>Pay by item, split evenly, partial payments</a:t>
            </a:r>
          </a:p>
        </p:txBody>
      </p:sp>
      <p:pic>
        <p:nvPicPr>
          <p:cNvPr id="7" name="Picture 6" descr="05-table-ordering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Payments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PhonePe QR + staff verification + thermal receipts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Upload PhonePe static QR once in admin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Guest taps Pay → QR on their phone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Staff marks paid → table unlocks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Revenue reports count only confirmed payments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Bluetooth ESC/POS receipt on full pay (premium)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GSTIN on receipts when gst_receipts enabled</a:t>
            </a:r>
          </a:p>
        </p:txBody>
      </p:sp>
      <p:pic>
        <p:nvPicPr>
          <p:cNvPr id="5" name="Picture 4" descr="06-pending-pay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Swiggy &amp; Zomato integration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Premium aggregator_inbox — automatic ready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Owner saves outlet ID + API key in Admin → Integrations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TableTap generates webhook URL + secret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Partner team activates webhook (one-time)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Orders appear on kitchen board — no manual entry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Menu syncs outbound when prices/stock change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Ready / picked up / delivered pushed back to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371600"/>
            <a:ext cx="4572000" cy="182880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Full loop</a:t>
            </a:r>
          </a:p>
          <a:p>
            <a:pPr>
              <a:spcBef>
                <a:spcPts val="600"/>
              </a:spcBef>
              <a:defRPr sz="1100">
                <a:solidFill>
                  <a:srgbClr val="A1A1AA"/>
                </a:solidFill>
              </a:defRPr>
            </a:pPr>
            <a:r>
              <a:t>Ingest → confirm → prepare → ready → picked up. See AGGREGATOR_SETUP.md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3474720"/>
            <a:ext cx="4572000" cy="109728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Menu mapping</a:t>
            </a:r>
          </a:p>
          <a:p>
            <a:pPr>
              <a:spcBef>
                <a:spcPts val="600"/>
              </a:spcBef>
              <a:defRPr sz="1100">
                <a:solidFill>
                  <a:srgbClr val="A1A1AA"/>
                </a:solidFill>
              </a:defRPr>
            </a:pPr>
            <a:r>
              <a:t>Set swiggyItemId / zomatoItemId or match names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Owner admin tools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Menu · QR · Reports · Integrations</a:t>
            </a:r>
          </a:p>
        </p:txBody>
      </p:sp>
      <p:pic>
        <p:nvPicPr>
          <p:cNvPr id="4" name="Picture 3" descr="07-admin-qr-c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5303520" cy="3314700"/>
          </a:xfrm>
          <a:prstGeom prst="rect">
            <a:avLst/>
          </a:prstGeom>
        </p:spPr>
      </p:pic>
      <p:pic>
        <p:nvPicPr>
          <p:cNvPr id="5" name="Picture 4" descr="08-admin-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Reports &amp; team performance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Daily CSV + accountability</a:t>
            </a:r>
          </a:p>
        </p:txBody>
      </p:sp>
      <p:pic>
        <p:nvPicPr>
          <p:cNvPr id="4" name="Picture 3" descr="09-admin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789920" cy="674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Core vs Premium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Flexible tiers — toggle live without downtime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CORE: QR ordering, staff dashboard, menu, payments, PhonePe QR, sessions, rewards, reports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PREMIUM: KDS, floor plan, split bill, thermal receipts, phone orders, GST, aggregator sync, staff performance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Super admin at /platform/login — hidden from restaurant owners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Enable via CLI: npx tsx scripts/enable-premium-features.ts --slug SLUG --all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Role-based permissions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Owner · Manager · Cook · Server · Platform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Owner / Manager — dashboard, menu, QR, reports, integrations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Cook — KDS, prepare items, mark unavailable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Server — floor plan, serve, open/close tables, payments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Platform admin — staff slots, premium toggles, credential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Technical setup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See SETUP_GUIDE.md for complete 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1. npm install &amp;&amp; npm run setup -- --start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2. Edit restaurant.config.json (name, staff, menu, tables)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3. Set NEXT_PUBLIC_APP_URL to your LAN IP or domain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4. Print QR codes from admin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5. Enable premium modules from /platform/login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6. Docker: docker compose up --build (PostgreSQL production)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7. Swiggy/Zomato: Admin → Integrations + partner webhook registration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Benefits for restaurant owners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Why TableTap pays for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Faster service — </a:t>
            </a:r>
            <a:r>
              <a:rPr sz="1800">
                <a:solidFill>
                  <a:srgbClr val="FFFFFF"/>
                </a:solidFill>
              </a:rPr>
              <a:t>Guests order without waiting for staff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One system — </a:t>
            </a:r>
            <a:r>
              <a:rPr sz="1800">
                <a:solidFill>
                  <a:srgbClr val="FFFFFF"/>
                </a:solidFill>
              </a:rPr>
              <a:t>Dine-in + takeaway + Swiggy + Zomato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Less waste — </a:t>
            </a:r>
            <a:r>
              <a:rPr sz="1800">
                <a:solidFill>
                  <a:srgbClr val="FFFFFF"/>
                </a:solidFill>
              </a:rPr>
              <a:t>Stock control + remote order blocking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Higher turnover — </a:t>
            </a:r>
            <a:r>
              <a:rPr sz="1800">
                <a:solidFill>
                  <a:srgbClr val="FFFFFF"/>
                </a:solidFill>
              </a:rPr>
              <a:t>Quicker payments, faster table reset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Kitchen clarity — </a:t>
            </a:r>
            <a:r>
              <a:rPr sz="1800">
                <a:solidFill>
                  <a:srgbClr val="FFFFFF"/>
                </a:solidFill>
              </a:rPr>
              <a:t>KDS + timers replace paper chaos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006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Full control — </a:t>
            </a:r>
            <a:r>
              <a:rPr sz="1800">
                <a:solidFill>
                  <a:srgbClr val="FFFFFF"/>
                </a:solidFill>
              </a:rPr>
              <a:t>You own menu, staff, QR, reports, integrations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Complete Restaurant Platform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Live demo credentials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Varanasi Restaurant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Staff login: owner@varanasi.com / admin123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Super admin: admin@varanasi.com / admin@varanasi → /platform/login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Customer: scan Table 1 QR from staff dashboard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Documentation: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SETUP_GUIDE.md — complete setup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AGGREGATOR_SETUP.md — Swiggy/Zomato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PREMIUM_FEATURES.md — module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Let's run a live demo at your restaurant.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ctr">
              <a:spcBef>
                <a:spcPts val="1600"/>
              </a:spcBef>
              <a:defRPr sz="2400">
                <a:solidFill>
                  <a:srgbClr val="F97316"/>
                </a:solidFill>
              </a:defRPr>
            </a:pPr>
            <a:r>
              <a:t>TableTap — Scan · Order · Serve · Grow</a:t>
            </a:r>
          </a:p>
          <a:p>
            <a:pPr algn="ctr">
              <a:spcBef>
                <a:spcPts val="1200"/>
              </a:spcBef>
              <a:defRPr sz="1600">
                <a:solidFill>
                  <a:srgbClr val="A1A1AA"/>
                </a:solidFill>
              </a:defRPr>
            </a:pPr>
            <a:r>
              <a:t>Complete setup guide included · Ready for your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