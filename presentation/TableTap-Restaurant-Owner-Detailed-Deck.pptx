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777240"/>
            <a:ext cx="233172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RESTAURANT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</a:defRPr>
            </a:pPr>
            <a:r>
              <a:t>TableTap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514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97316"/>
                </a:solidFill>
              </a:defRPr>
            </a:pPr>
            <a:r>
              <a:t>Scan · Order · Serve · Grow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F"/>
                </a:solidFill>
              </a:defRPr>
            </a:pPr>
            <a:r>
              <a:t>QR dining + kitchen ops + payments + Swiggy/Zomato — one platform, zero app download for guests.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34840"/>
            <a:ext cx="1417320" cy="86868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📱  No guest app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Scan &amp;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4434840"/>
            <a:ext cx="1417320" cy="86868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👨‍🍳  Live kitchen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Timers + KDS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4434840"/>
            <a:ext cx="1417320" cy="86868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🛵  Aggregator sync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Swiggy · Zomato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4434840"/>
            <a:ext cx="1417320" cy="86868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📊  Owner control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Menu · QR ·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594360"/>
            <a:ext cx="2788920" cy="5717286"/>
          </a:xfrm>
          <a:prstGeom prst="roundRect">
            <a:avLst/>
          </a:prstGeom>
          <a:solidFill>
            <a:srgbClr val="020206"/>
          </a:solidFill>
          <a:ln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7" y="704088"/>
            <a:ext cx="2569463" cy="54978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1/18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OWNER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Problems every restaurant 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AF"/>
                </a:solidFill>
              </a:defRPr>
            </a:pPr>
            <a:r>
              <a:t>Before TableTap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Slow ordering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Guests wait for staff during rush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Kitchen chaos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Paper chits, shouting, mistakes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Payment delays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Tables blocked, turnover drops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Remote fraud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Saved QR links order from home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46120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Aggregator overload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Swiggy + Zomato + dine-in = 3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46120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No visibility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Owner finds out revenue at day 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737360"/>
            <a:ext cx="3657600" cy="246888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474720" cy="228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2/18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COMPLETE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One platform — full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246120" cy="123444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Guest QR ordering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Secure check-in, cart, rewards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246120" cy="123444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Staff dashboard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Live board, alerts, 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74519"/>
            <a:ext cx="3246120" cy="123444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Kitchen KDS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Station-routed tickets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74720"/>
            <a:ext cx="3246120" cy="123444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Floor plan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Table map + server assign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474720"/>
            <a:ext cx="3246120" cy="123444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Takeaway &amp; delivery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Walk-in, pack, 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474720"/>
            <a:ext cx="3246120" cy="123444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Swiggy / Zomato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Auto ingest + menu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Core included · Premium modules toggle on without downtime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3/18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NO APP · NO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Guest experience guests love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2423160" cy="4967477"/>
          </a:xfrm>
          <a:prstGeom prst="roundRect">
            <a:avLst/>
          </a:prstGeom>
          <a:solidFill>
            <a:srgbClr val="020206"/>
          </a:solidFill>
          <a:ln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344168"/>
            <a:ext cx="2203704" cy="474802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337560" y="1234440"/>
            <a:ext cx="2423160" cy="4967477"/>
          </a:xfrm>
          <a:prstGeom prst="roundRect">
            <a:avLst/>
          </a:prstGeom>
          <a:solidFill>
            <a:srgbClr val="020206"/>
          </a:solidFill>
          <a:ln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344168"/>
            <a:ext cx="2203704" cy="474802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89320" y="1234440"/>
            <a:ext cx="2423160" cy="4967477"/>
          </a:xfrm>
          <a:prstGeom prst="roundRect">
            <a:avLst/>
          </a:prstGeom>
          <a:solidFill>
            <a:srgbClr val="020206"/>
          </a:solidFill>
          <a:ln>
            <a:solidFill>
              <a:srgbClr val="505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-customer-menu-scro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344168"/>
            <a:ext cx="2203704" cy="474802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32520" y="1508760"/>
            <a:ext cx="2697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Secure check-in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Staff opens table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514600"/>
            <a:ext cx="2697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Browse &amp; order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Categories, prep times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520440"/>
            <a:ext cx="2697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Track &amp; pay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Timer + PhonePe QR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526280"/>
            <a:ext cx="2697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Rewards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Spin wheel while waiting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4/18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SECURITY 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Stops remote order misuse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242316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Staff opens table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Only seated guests can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74519"/>
            <a:ext cx="242316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Guest scans QR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Check-in cookie issued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242316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Orders flow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Saved links stay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874519"/>
            <a:ext cx="242316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Table closes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Auto after payment or manual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182880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LESS FOOD WASTE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657600"/>
            <a:ext cx="19202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STAFF IN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657600"/>
            <a:ext cx="173736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SESSION LIMITS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886200"/>
            <a:ext cx="3383280" cy="219456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977639"/>
            <a:ext cx="3200400" cy="2011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5/18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Staff dashboard — mission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6903720" cy="416052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720840" cy="39776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26679" y="1508760"/>
            <a:ext cx="3520440" cy="804672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Live order board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All tables, all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542032"/>
            <a:ext cx="3520440" cy="804672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Prep timers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Overdue alerts + sound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575304"/>
            <a:ext cx="3520440" cy="804672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Mark ready / served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Full item lifecycle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608576"/>
            <a:ext cx="3520440" cy="804672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Open / close tables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One tap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6/18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PREMIUM · ENDS PAPER CHITS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Kitchen Display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3291840" cy="12801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🔥  Station routing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Hot · Grill · Bar · Cold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28800"/>
            <a:ext cx="3291840" cy="12801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📺  Large ticket UI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Cook-friendly, high contrast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3291840" cy="12801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🔄  Same order stream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Dine-in + takeaway + Swiggy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5029200" cy="12801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🖨️  Auto kitchen chit print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Bluetooth ESC/POS when enabled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429000"/>
            <a:ext cx="5029200" cy="12801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✅  Status → aggregators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Ready / picked up pushed to Swiggy/Zomato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74920"/>
            <a:ext cx="219456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PREMIUM MODULE: kds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7/18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PREMIUM · VISUAL TABLE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Floor plan for 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39"/>
            <a:ext cx="11018519" cy="297180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table-ordering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835640" cy="2788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68680" y="4572000"/>
            <a:ext cx="260604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Seat &amp; assign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Server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4572000"/>
            <a:ext cx="260604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Live bill total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Per-table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572000"/>
            <a:ext cx="260604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Timer per table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Turnover insight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4572000"/>
            <a:ext cx="214884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Open / close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Table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8/18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CASH · UPI · PARTIAL 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Payments &amp; split bill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5989320" cy="370332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pending-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806440" cy="3520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03720" y="1417320"/>
            <a:ext cx="411480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PhonePe QR on guest phone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Upload once in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468880"/>
            <a:ext cx="411480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Split by item or evenly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Premium split_bill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11480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Pending vs completed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Revenue = paid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572000"/>
            <a:ext cx="411480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Thermal receipt on pay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Bluetooth ESC/POS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9/18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PREMIUM · NO SECOND 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Takeaway &amp;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438912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Walk-in / table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Staff places order for seated guest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17520"/>
            <a:ext cx="438912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Takeaway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Pack and hand over — no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43400"/>
            <a:ext cx="438912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Delivery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Phone + address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691640"/>
            <a:ext cx="5486400" cy="324612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One kitchen board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Dine-in + takeaway + delivery + aggregators — same workflow, same printers, same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5166360"/>
            <a:ext cx="2286000" cy="38404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PREMIUM: phone_orders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10/18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PREMIUM · READY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Swiggy &amp; Zomato — automatic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600200"/>
            <a:ext cx="4114800" cy="6858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Save credentials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Admin → Integrations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468880"/>
            <a:ext cx="4114800" cy="6858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Register webhook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One-time with partner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337560"/>
            <a:ext cx="4114800" cy="6858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Orders auto-flow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Kitchen board — zero manual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793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206240"/>
            <a:ext cx="4114800" cy="6858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Menu sync out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Price &amp; stock pushed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48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074920"/>
            <a:ext cx="4114800" cy="6858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Status sync back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Ready → picked up → delivered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600200"/>
            <a:ext cx="5486400" cy="347472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🛵  Full loop closed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Ingest → confirm → prepare → ready → picked up. Owner never re-enters orders in Swiggy/Zomato apps.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5257800"/>
            <a:ext cx="256032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PREMIUM: aggregator_inbox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11/18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MENU · QR · REPORTS · INTEGRATIONS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Owner admin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51560"/>
            <a:ext cx="5532120" cy="342900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-admin-qr-c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49240" cy="3246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72200" y="1051560"/>
            <a:ext cx="5532120" cy="342900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-admin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349240" cy="3246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05840" y="4709160"/>
            <a:ext cx="178308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PRINT TABLE QR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4709160"/>
            <a:ext cx="214884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PHONEPE QR UPLOAD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709160"/>
            <a:ext cx="214884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EDIT MENU &amp;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4709160"/>
            <a:ext cx="21488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SWIGGY / ZOMATO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12/18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DATA OWNERS ACTUALLY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Reports &amp; team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97280"/>
            <a:ext cx="6446520" cy="4069080"/>
          </a:xfrm>
          <a:prstGeom prst="roundRect">
            <a:avLst/>
          </a:prstGeom>
          <a:solidFill>
            <a:srgbClr val="040408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-admin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6263640" cy="3886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0" y="1417320"/>
            <a:ext cx="3840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Daily revenue &amp; orders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CSV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423160"/>
            <a:ext cx="3840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Item &amp; table breakdown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What sells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429000"/>
            <a:ext cx="3840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Team performance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Prep · serve · collect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434840"/>
            <a:ext cx="3840480" cy="777240"/>
          </a:xfrm>
          <a:prstGeom prst="roundRect">
            <a:avLst/>
          </a:prstGeom>
          <a:solidFill>
            <a:srgbClr val="161622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Aggregator last sync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Menu + order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13/18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CORE INCLUDED · PREMIUM ADD-ONS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Flexible pricing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CORE (always 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F"/>
                </a:solidFill>
              </a:defRPr>
            </a:pPr>
            <a:r>
              <a:t>QR ordering · Staff dashboard · Menu admin · Table QR · Payments · PhonePe QR · Sessions · Rewards · Reports ·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PREMIUM (toggle per restaurant)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F"/>
                </a:solidFill>
              </a:defRPr>
            </a:pPr>
            <a:r>
              <a:t>KDS · Floor plan · Split bill · Thermal receipts · Takeaway/delivery · Swiggy/Zomato sync · GST receipts · Staff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94760"/>
            <a:ext cx="3291840" cy="109728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Starter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All core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794760"/>
            <a:ext cx="3291840" cy="109728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Pro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Core + chosen premium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794760"/>
            <a:ext cx="3291840" cy="109728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Enterprise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Full platform +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257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</a:defRPr>
            </a:pPr>
            <a:r>
              <a:t>Toggle modules live — no downtime, no redeploy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14/18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PERMISSIONS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Right access for every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2423160" cy="141732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👑  Owner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Reports · admin · integrations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965960"/>
            <a:ext cx="2423160" cy="141732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📋  Manager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Menu · payments · 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965960"/>
            <a:ext cx="2423160" cy="141732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👨‍🍳  Cook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KDS · prepare · 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3999" y="1965960"/>
            <a:ext cx="2423160" cy="141732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🍽️  Server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Floor · serve ·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14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Super admin (hidden) toggles premium per restaurant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15/18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Go live in one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① Config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One JSON file — name, staff, menu,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② Deploy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npm run setup or Docker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74519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③ Print QR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Place on every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83279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④ Train staff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Open table → scan → serve → paid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383279"/>
            <a:ext cx="3246120" cy="114300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⑤ Aggregators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Credentials + webhook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166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AF"/>
                </a:solidFill>
              </a:defRPr>
            </a:pPr>
            <a:r>
              <a:t>Full guide: SETUP_GUIDE.md in the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16/18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84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13232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owners choose TableTap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3246120" cy="123444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Faster turnover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Digital order + faster 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246120" cy="123444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Fewer mistakes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Tickets straight to kitchen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246120" cy="123444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One system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Dine-in + takeaway + aggregators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3246120" cy="123444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Less waste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Stock + remote blocking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291840"/>
            <a:ext cx="3246120" cy="123444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Modern brand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Premium guest 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291840"/>
            <a:ext cx="3246120" cy="123444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Actionable data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Daily CSV + team stats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892040"/>
            <a:ext cx="1874519" cy="96012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40%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faster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892040"/>
            <a:ext cx="1874519" cy="96012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97316"/>
                </a:solidFill>
              </a:defRPr>
            </a:pPr>
            <a:r>
              <a:t>0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manual Swiggy entry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4892040"/>
            <a:ext cx="1874519" cy="96012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22D3EE"/>
                </a:solidFill>
              </a:defRPr>
            </a:pPr>
            <a:r>
              <a:t>1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17/18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731520"/>
            <a:ext cx="3108960" cy="3108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"/>
            <a:ext cx="2560320" cy="25603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5029200"/>
            <a:ext cx="2377440" cy="2377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303520"/>
            <a:ext cx="2011680" cy="20116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Ready for a live demo?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Open a table · Scan the QR · Place an order · Watch the kitchen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3337560"/>
            <a:ext cx="265176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Staff login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owner@dvadtech.com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337560"/>
            <a:ext cx="265176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Password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admin123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337560"/>
            <a:ext cx="2651760" cy="1051560"/>
          </a:xfrm>
          <a:prstGeom prst="roundRect">
            <a:avLst/>
          </a:prstGeom>
          <a:solidFill>
            <a:srgbClr val="202030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Super admin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/platform/login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709160"/>
            <a:ext cx="5760720" cy="914400"/>
          </a:xfrm>
          <a:prstGeom prst="roundRect">
            <a:avLst/>
          </a:prstGeom>
          <a:solidFill>
            <a:srgbClr val="2A263A"/>
          </a:solidFill>
          <a:ln>
            <a:solidFill>
              <a:srgbClr val="37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 tIns="128016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TableTap</a:t>
            </a:r>
          </a:p>
          <a:p>
            <a:pPr>
              <a:spcBef>
                <a:spcPts val="800"/>
              </a:spcBef>
              <a:defRPr sz="1100">
                <a:solidFill>
                  <a:srgbClr val="A0A0AF"/>
                </a:solidFill>
              </a:defRPr>
            </a:pPr>
            <a:r>
              <a:t>Scan · Order · Serve · Grow — the complete restaurant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98932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AF"/>
                </a:solidFill>
              </a:defRPr>
            </a:pPr>
            <a:r>
              <a:t>tabletap · SETUP_GUIDE.md · AGGREGATOR_SETUP.md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F"/>
                </a:solidFill>
              </a:defRPr>
            </a:pPr>
            <a:r>
              <a:t>TableTap  ·  18/18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0A0A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