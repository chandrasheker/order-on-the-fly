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94944"/>
            <a:ext cx="205740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RESTAURANT QR 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TableTap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Scan. Order. Serve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B4"/>
                </a:solidFill>
              </a:defRPr>
            </a:pPr>
            <a:r>
              <a:t>A modern dining experience that helps owners reduce waiting, mistakes, and remote order misuse.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069080"/>
            <a:ext cx="1508760" cy="91440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 app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Guests scan QR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4069080"/>
            <a:ext cx="1508760" cy="91440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Live kitchen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Timers +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5656" y="4069080"/>
            <a:ext cx="1508760" cy="91440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Secure tables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Open / close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502920"/>
            <a:ext cx="2743200" cy="5705856"/>
          </a:xfrm>
          <a:prstGeom prst="roundRect">
            <a:avLst/>
          </a:prstGeom>
          <a:solidFill>
            <a:srgbClr val="020206"/>
          </a:solidFill>
          <a:ln>
            <a:solidFill>
              <a:srgbClr val="4B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621792"/>
            <a:ext cx="2505456" cy="5468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OWNER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Restaurant problems TableTap solves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606040" cy="109728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Slow ordering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Guests wait for staff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91640"/>
            <a:ext cx="2606040" cy="109728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Order mistakes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Kitchen gets unclear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2606040" cy="109728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Payment delays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Bills block table turnover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200400"/>
            <a:ext cx="2606040" cy="109728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Fake remote orders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Saved links waste food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</a:defRPr>
            </a:pPr>
            <a:r>
              <a:t>One platform controls the full table journey.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4808" y="1252728"/>
            <a:ext cx="5129784" cy="343814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498348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GUEST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Beautiful customer menu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51560"/>
            <a:ext cx="2606040" cy="5420563"/>
          </a:xfrm>
          <a:prstGeom prst="roundRect">
            <a:avLst/>
          </a:prstGeom>
          <a:solidFill>
            <a:srgbClr val="020206"/>
          </a:solidFill>
          <a:ln>
            <a:solidFill>
              <a:srgbClr val="4B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170431"/>
            <a:ext cx="2368296" cy="51828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0" y="1051560"/>
            <a:ext cx="2606040" cy="5420563"/>
          </a:xfrm>
          <a:prstGeom prst="roundRect">
            <a:avLst/>
          </a:prstGeom>
          <a:solidFill>
            <a:srgbClr val="020206"/>
          </a:solidFill>
          <a:ln>
            <a:solidFill>
              <a:srgbClr val="4B4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customer-menu-scro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1170431"/>
            <a:ext cx="2368296" cy="51828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903720" y="1325880"/>
            <a:ext cx="4069080" cy="86868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Browse by category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Fast search, clear prices, prep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514600"/>
            <a:ext cx="4069080" cy="86868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Add to cart instantly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No app download, no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703320"/>
            <a:ext cx="4069080" cy="86868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Track the order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Countdown + item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LIVE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Kitchen &amp; staff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52728"/>
            <a:ext cx="6638544" cy="421538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9224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508760"/>
            <a:ext cx="3474720" cy="82296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Live order board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Cook, server, manager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651760"/>
            <a:ext cx="3474720" cy="82296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Timers &amp; alarms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Overdue items highlighted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94760"/>
            <a:ext cx="3474720" cy="82296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Out-of-stock notes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Customer sees apology automatically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Stops remote misuse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691640"/>
            <a:ext cx="2560320" cy="96012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Staff opens table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Only seated guests can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691640"/>
            <a:ext cx="2560320" cy="96012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Guest scans QR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Secure check-in cookie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97316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691640"/>
            <a:ext cx="2560320" cy="96012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Order allowed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Saved links stay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3172968"/>
            <a:ext cx="3438144" cy="220370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2-customer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3246120"/>
            <a:ext cx="3291840" cy="2057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22960" y="4800600"/>
            <a:ext cx="169164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LESS FOOD WASTE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800600"/>
            <a:ext cx="1417320" cy="38404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LESS FRAUD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4800600"/>
            <a:ext cx="1874519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STAFF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SERVER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Open table. Close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44168"/>
            <a:ext cx="10890504" cy="298094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table-ordering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44200" cy="2834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14400" y="4709160"/>
            <a:ext cx="2834640" cy="7772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Open when seated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709160"/>
            <a:ext cx="2834640" cy="7772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Close when they leave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709160"/>
            <a:ext cx="2834640" cy="7772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Auto-close after 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PHONEPE + STAFF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Payments are tracked clearly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61288"/>
            <a:ext cx="5815584" cy="3712463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-pending-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66928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95160" y="1417320"/>
            <a:ext cx="3429000" cy="82296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PhonePe QR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Upload once, customers scan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2560320"/>
            <a:ext cx="3429000" cy="82296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Pending payments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Staff verifies before closing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703320"/>
            <a:ext cx="3429000" cy="82296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Revenue accuracy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Only paid orders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SIMPLE ADMIN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Owner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024127"/>
            <a:ext cx="5449824" cy="352958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admin-qr-c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303520" cy="3383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90488" y="1024127"/>
            <a:ext cx="5449824" cy="352958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-admin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303520" cy="3383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97280" y="4892040"/>
            <a:ext cx="182880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PRINT TABLE QR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892040"/>
            <a:ext cx="214884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UPLOAD PHONEPE QR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4892040"/>
            <a:ext cx="150876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EDIT MENU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892040"/>
            <a:ext cx="16916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TOGGLE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Know your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115568"/>
            <a:ext cx="6455664" cy="4169664"/>
          </a:xfrm>
          <a:prstGeom prst="roundRect">
            <a:avLst/>
          </a:prstGeom>
          <a:solidFill>
            <a:srgbClr val="05050A"/>
          </a:solidFill>
          <a:ln>
            <a:solidFill>
              <a:srgbClr val="3C3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admin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30936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508760"/>
            <a:ext cx="3200400" cy="7772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Daily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560320"/>
            <a:ext cx="3200400" cy="7772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Completed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611880"/>
            <a:ext cx="3200400" cy="7772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CSV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TEAM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Right access for every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148840" cy="13716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Owner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Reports +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011680"/>
            <a:ext cx="2148840" cy="13716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Manager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Menu + payments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11680"/>
            <a:ext cx="2148840" cy="13716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Cook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Prepare + 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011680"/>
            <a:ext cx="2148840" cy="13716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Server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Tables + 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</a:defRPr>
            </a:pPr>
            <a:r>
              <a:t>Everyone sees only what they need.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8368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Why owners love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063240" cy="11430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Faster service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No waiting to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554480"/>
            <a:ext cx="3063240" cy="11430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Fewer mistakes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Digital kitchen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54480"/>
            <a:ext cx="3063240" cy="11430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Less waste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Stock + misuse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3063240" cy="11430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Better turnover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Faster payments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246120"/>
            <a:ext cx="3063240" cy="11430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Modern brand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Premium guest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46120"/>
            <a:ext cx="3063240" cy="1143000"/>
          </a:xfrm>
          <a:prstGeom prst="roundRect">
            <a:avLst/>
          </a:prstGeom>
          <a:solidFill>
            <a:srgbClr val="222230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Actionable data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Reports you can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91440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91440"/>
            <a:ext cx="2377440" cy="23774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5212080"/>
            <a:ext cx="2194560" cy="21945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for a live demo?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2316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97316"/>
                </a:solidFill>
              </a:defRPr>
            </a:pPr>
            <a:r>
              <a:t>Open a table. Scan the QR. Place an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3703320"/>
            <a:ext cx="2286000" cy="10058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Staff login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owner@varanasi.com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703320"/>
            <a:ext cx="2286000" cy="10058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Password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admin123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703320"/>
            <a:ext cx="2286000" cy="1005840"/>
          </a:xfrm>
          <a:prstGeom prst="roundRect">
            <a:avLst/>
          </a:prstGeom>
          <a:solidFill>
            <a:srgbClr val="181824"/>
          </a:solidFill>
          <a:ln>
            <a:solidFill>
              <a:srgbClr val="373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Customer</a:t>
            </a:r>
          </a:p>
          <a:p>
            <a:pPr>
              <a:spcBef>
                <a:spcPts val="600"/>
              </a:spcBef>
              <a:defRPr sz="1100">
                <a:solidFill>
                  <a:srgbClr val="AAAAB4"/>
                </a:solidFill>
              </a:defRPr>
            </a:pPr>
            <a:r>
              <a:t>Scan Table 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57150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4"/>
                </a:solidFill>
              </a:defRPr>
            </a:pPr>
            <a:r>
              <a:t>TableTap - Scan. Order. Enjoy.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32764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AAAAB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